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4"/>
    </p:embeddedFont>
    <p:embeddedFont>
      <p:font typeface="Libre Baskerville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9" d="100"/>
          <a:sy n="39" d="100"/>
        </p:scale>
        <p:origin x="3566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DFFE23-8A6F-EC1D-A80D-CBCC741C03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B9212-03DD-6B85-7930-026D77103B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F0035-2B49-46AC-962C-63CC004BBEEC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3207C-1953-CBD4-B093-62629EDDEB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5975A-3400-BEEB-EE30-526D62DF20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B5735-E2ED-4A82-967B-1084068BD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11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0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DM Sans</vt:lpstr>
      <vt:lpstr>Libre Baskerville Light</vt:lpstr>
      <vt:lpstr>Libre Baskerville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SARATH S</cp:lastModifiedBy>
  <cp:revision>2</cp:revision>
  <dcterms:created xsi:type="dcterms:W3CDTF">2025-10-14T02:52:14Z</dcterms:created>
  <dcterms:modified xsi:type="dcterms:W3CDTF">2026-07-29T08:25:42Z</dcterms:modified>
</cp:coreProperties>
</file>